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4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6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8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4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7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3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2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6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6034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9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565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34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0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9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1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eb.facebook.com/?_rdc=1&amp;_rd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Vector background of vibrant colors splashing">
            <a:extLst>
              <a:ext uri="{FF2B5EF4-FFF2-40B4-BE49-F238E27FC236}">
                <a16:creationId xmlns:a16="http://schemas.microsoft.com/office/drawing/2014/main" id="{A1166465-61E4-A70F-8633-84279990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6" t="9091" r="9994" b="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4740AD-9160-24CE-1EFA-4D6FE5D86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5" y="584616"/>
            <a:ext cx="4292122" cy="869844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accent2"/>
                </a:solidFill>
              </a:rPr>
              <a:t>Company Introduction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D7C01F-9D1D-D388-4497-31FA05205B66}"/>
              </a:ext>
            </a:extLst>
          </p:cNvPr>
          <p:cNvSpPr txBox="1">
            <a:spLocks/>
          </p:cNvSpPr>
          <p:nvPr/>
        </p:nvSpPr>
        <p:spPr>
          <a:xfrm>
            <a:off x="694037" y="2032346"/>
            <a:ext cx="4088191" cy="1551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Wise Trader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part Business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on S.M.M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67364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1A21491-6F43-0EC8-9EEF-50473CC5EAD8}"/>
              </a:ext>
            </a:extLst>
          </p:cNvPr>
          <p:cNvSpPr txBox="1">
            <a:spLocks/>
          </p:cNvSpPr>
          <p:nvPr/>
        </p:nvSpPr>
        <p:spPr>
          <a:xfrm>
            <a:off x="2016279" y="275264"/>
            <a:ext cx="5416908" cy="67121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BRAND NAME &amp; LOGO</a:t>
            </a:r>
          </a:p>
          <a:p>
            <a:pPr marL="0" indent="0">
              <a:buNone/>
            </a:pPr>
            <a:endParaRPr lang="en-US" sz="3600" b="1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501DA-7F72-AAEA-C777-26726BC85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065" y="1520813"/>
            <a:ext cx="5230868" cy="3291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10B551-E5C3-E57C-35B8-11F0FAFC054C}"/>
              </a:ext>
            </a:extLst>
          </p:cNvPr>
          <p:cNvSpPr txBox="1"/>
          <p:nvPr/>
        </p:nvSpPr>
        <p:spPr>
          <a:xfrm>
            <a:off x="1017918" y="1115580"/>
            <a:ext cx="7669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Brand Name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Wisdom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it’s logo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73CCC-BFF8-495A-7C3D-CAA5A356D854}"/>
              </a:ext>
            </a:extLst>
          </p:cNvPr>
          <p:cNvSpPr txBox="1"/>
          <p:nvPr/>
        </p:nvSpPr>
        <p:spPr>
          <a:xfrm>
            <a:off x="1238865" y="4811939"/>
            <a:ext cx="74482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Story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hunting red Eagle symbolizes Strength, Power and forward momentum, which depict our fast service and good quality of our products.</a:t>
            </a:r>
          </a:p>
        </p:txBody>
      </p:sp>
    </p:spTree>
    <p:extLst>
      <p:ext uri="{BB962C8B-B14F-4D97-AF65-F5344CB8AC3E}">
        <p14:creationId xmlns:p14="http://schemas.microsoft.com/office/powerpoint/2010/main" val="392022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3B60-5779-679C-7A75-C4BB6045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37901"/>
          </a:xfrm>
        </p:spPr>
        <p:txBody>
          <a:bodyPr/>
          <a:lstStyle/>
          <a:p>
            <a:pPr algn="ctr"/>
            <a:r>
              <a:rPr lang="en-US" dirty="0"/>
              <a:t>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D7E3E-4344-4223-43AB-F88909A5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0515600" cy="9379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Become the most trusted Source</a:t>
            </a:r>
          </a:p>
          <a:p>
            <a:r>
              <a:rPr lang="en-US" dirty="0"/>
              <a:t>Providing Excellent Quality</a:t>
            </a:r>
          </a:p>
          <a:p>
            <a:r>
              <a:rPr lang="en-US" dirty="0"/>
              <a:t>Lead Market through Innovation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48389C-74A3-3D18-D954-116493058E18}"/>
              </a:ext>
            </a:extLst>
          </p:cNvPr>
          <p:cNvSpPr txBox="1">
            <a:spLocks/>
          </p:cNvSpPr>
          <p:nvPr/>
        </p:nvSpPr>
        <p:spPr>
          <a:xfrm>
            <a:off x="838200" y="3025789"/>
            <a:ext cx="10515600" cy="937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200" kern="1200" dirty="0">
                <a:gradFill flip="none" rotWithShape="1">
                  <a:gsLst>
                    <a:gs pos="0">
                      <a:schemeClr val="accent5"/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latin typeface="+mj-lt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en-US" dirty="0"/>
              <a:t>Mission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9A85B6-1FF7-4399-0A40-04F00239C891}"/>
              </a:ext>
            </a:extLst>
          </p:cNvPr>
          <p:cNvSpPr txBox="1">
            <a:spLocks/>
          </p:cNvSpPr>
          <p:nvPr/>
        </p:nvSpPr>
        <p:spPr>
          <a:xfrm>
            <a:off x="1015180" y="3974812"/>
            <a:ext cx="10515600" cy="20241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4572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Char char="§"/>
              <a:defRPr sz="2800" kern="120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Char char="§"/>
              <a:defRPr sz="2400" kern="120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573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1455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 Provide Complete Range of Premium-Grade auto parts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 Build Long term relation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Ensure value with every Purchase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Help everyone who want to Import</a:t>
            </a:r>
          </a:p>
        </p:txBody>
      </p:sp>
    </p:spTree>
    <p:extLst>
      <p:ext uri="{BB962C8B-B14F-4D97-AF65-F5344CB8AC3E}">
        <p14:creationId xmlns:p14="http://schemas.microsoft.com/office/powerpoint/2010/main" val="258365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B76C-7E0B-145C-7369-56D7A8160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93" y="264827"/>
            <a:ext cx="8596668" cy="96436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Page: Wisdom Auto motive Parts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https://web.facebook.com/?_rdc=1&amp;_rdr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46E842-90BD-8A87-50AE-00F7B5D3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43" b="5115"/>
          <a:stretch>
            <a:fillRect/>
          </a:stretch>
        </p:blipFill>
        <p:spPr>
          <a:xfrm>
            <a:off x="587393" y="1528997"/>
            <a:ext cx="836448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0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BFB2-5B26-42FA-27D9-A1FF195A4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776382" cy="1024328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Ad Run Result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https://adsmanager.facebook.com/adsmanager/manage/campaigns?business_id=810294115495107&amp;act=832288715980624</a:t>
            </a:r>
            <a:br>
              <a:rPr lang="en-US" sz="3100" dirty="0"/>
            </a:br>
            <a:endParaRPr lang="en-US" dirty="0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4B944193-36BC-B540-41D8-FD0C94EF9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3" b="11669"/>
          <a:stretch>
            <a:fillRect/>
          </a:stretch>
        </p:blipFill>
        <p:spPr>
          <a:xfrm>
            <a:off x="1766908" y="1799304"/>
            <a:ext cx="6300027" cy="444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6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F8C2-EB3F-B4CD-D6F0-A2E7104E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Instagram Page:talhanaseer1993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https://www.instagram.com/talhanaseer1993/?fbclid=IwY2xjawOg3xZleHRuA2FlbQIxMABicmlkETFmb0JGZk5ab2tiODh0b1hNc3J0YwZhcHBfaWQQMjIyMDM5MTc4ODIwMDg5MgABHgjYS2pz5E7bbDwwjfwk8nE5oaTTlvBaEVYYwAr-9XTGHS_i0fWCwIparqvT_aem_nUWQDtqPdWeUiIV9nO_KDA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34992C82-090A-B17B-CAC7-8B9931CAB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8586556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1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0DA8-9F72-4C82-757A-C8C5913F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6670"/>
            <a:ext cx="9760700" cy="1320800"/>
          </a:xfrm>
        </p:spPr>
        <p:txBody>
          <a:bodyPr>
            <a:normAutofit fontScale="90000"/>
          </a:bodyPr>
          <a:lstStyle/>
          <a:p>
            <a:r>
              <a:rPr lang="en-US" sz="15300" i="1" u="sng" dirty="0">
                <a:latin typeface="Algerian" panose="04020705040A02060702" pitchFamily="82" charset="0"/>
              </a:rPr>
              <a:t>Thank You</a:t>
            </a:r>
            <a:endParaRPr lang="en-US" i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7506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265</TotalTime>
  <Words>173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Times New Roman</vt:lpstr>
      <vt:lpstr>Trebuchet MS</vt:lpstr>
      <vt:lpstr>Wingdings</vt:lpstr>
      <vt:lpstr>Wingdings 3</vt:lpstr>
      <vt:lpstr>Facet</vt:lpstr>
      <vt:lpstr>Company Introduction</vt:lpstr>
      <vt:lpstr>PowerPoint Presentation</vt:lpstr>
      <vt:lpstr>VISION</vt:lpstr>
      <vt:lpstr>Facebook Page: Wisdom Auto motive Parts https://web.facebook.com/?_rdc=1&amp;_rdr</vt:lpstr>
      <vt:lpstr>Facebook Ad Run Result https://adsmanager.facebook.com/adsmanager/manage/campaigns?business_id=810294115495107&amp;act=832288715980624 </vt:lpstr>
      <vt:lpstr>Instagram Page:talhanaseer1993 https://www.instagram.com/talhanaseer1993/?fbclid=IwY2xjawOg3xZleHRuA2FlbQIxMABicmlkETFmb0JGZk5ab2tiODh0b1hNc3J0YwZhcHBfaWQQMjIyMDM5MTc4ODIwMDg5MgABHgjYS2pz5E7bbDwwjfwk8nE5oaTTlvBaEVYYwAr-9XTGHS_i0fWCwIparqvT_aem_nUWQDtqPdWeUiIV9nO_KDA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QM23982</dc:creator>
  <cp:lastModifiedBy>QM23982</cp:lastModifiedBy>
  <cp:revision>6</cp:revision>
  <dcterms:created xsi:type="dcterms:W3CDTF">2025-11-14T13:17:50Z</dcterms:created>
  <dcterms:modified xsi:type="dcterms:W3CDTF">2025-12-10T18:37:28Z</dcterms:modified>
</cp:coreProperties>
</file>